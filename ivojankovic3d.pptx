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31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Zamijeni [Ime i prezime] i [Kolegij] svojim podacima prije predaje.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099E-9327-81D9-6984-99CB6007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E3EA1-ED77-8774-F446-B45A5D0A4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34E08-61CB-64DE-511F-89B8C5810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971-A38B-7A21-C98B-778AC90D1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63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1188720"/>
            <a:ext cx="3291840" cy="3291840"/>
          </a:xfrm>
          <a:prstGeom prst="ellipse">
            <a:avLst/>
          </a:prstGeom>
          <a:solidFill>
            <a:srgbClr val="24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6517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LOW-POLY SOBA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scena u stilu retro konzolne grafike — izrada, teksture i tehnike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526280"/>
            <a:ext cx="548640" cy="54864"/>
          </a:xfrm>
          <a:prstGeom prst="rect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 Jankovic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280160"/>
            <a:ext cx="2926080" cy="2926080"/>
          </a:xfrm>
          <a:prstGeom prst="ellipse">
            <a:avLst/>
          </a:prstGeom>
          <a:solidFill>
            <a:srgbClr val="E4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5212080"/>
            <a:ext cx="2743200" cy="2743200"/>
          </a:xfrm>
          <a:prstGeom prst="ellipse">
            <a:avLst/>
          </a:prstGeom>
          <a:solidFill>
            <a:srgbClr val="F7E3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IDEJA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" y="1682496"/>
            <a:ext cx="146304" cy="146304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52704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Estetika 2000-ih godina — inspiracija starim konzolama i sobama tog doba.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310896" cy="310896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" y="2761488"/>
            <a:ext cx="146304" cy="146304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6060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Pronašao sam nekoliko referentnih slika prostorija u sličnom stilu.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310896" cy="310896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2376" y="3840480"/>
            <a:ext cx="146304" cy="146304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36850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sam napravio low-poly verziju komode s televizorom, kao test.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837176"/>
            <a:ext cx="310896" cy="310896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2376" y="4919472"/>
            <a:ext cx="146304" cy="146304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476402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Svidjelo mi se kako izgleda, a postupak je bio zabavan — odlučio sam napraviti model cijele sobe.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502920"/>
            <a:ext cx="52578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assets/ref_coll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685800"/>
            <a:ext cx="2331720" cy="1965960"/>
          </a:xfrm>
          <a:prstGeom prst="rect">
            <a:avLst/>
          </a:prstGeom>
        </p:spPr>
      </p:pic>
      <p:pic>
        <p:nvPicPr>
          <p:cNvPr id="19" name="Image 1" descr="assets/ref_diorama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15400" y="685800"/>
            <a:ext cx="2423160" cy="19659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46520" y="2724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915704" y="3429000"/>
            <a:ext cx="3755255" cy="313159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assets/model_tv_textur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0992" y="3570732"/>
            <a:ext cx="3191903" cy="25557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94590" y="6160659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Prvi model — TV komoda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1188720"/>
            <a:ext cx="3291840" cy="3291840"/>
          </a:xfrm>
          <a:prstGeom prst="ellipse">
            <a:avLst/>
          </a:prstGeom>
          <a:solidFill>
            <a:srgbClr val="24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 IZRADE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35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Modeliranje — izrada low-poly namještaja </a:t>
            </a:r>
            <a:r>
              <a:rPr lang="en-US" sz="1350" dirty="0" err="1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objekata</a:t>
            </a:r>
            <a:r>
              <a:rPr lang="en-US" sz="135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prije teksturiranja.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18608" cy="4434840"/>
          </a:xfrm>
          <a:prstGeom prst="roundRect">
            <a:avLst>
              <a:gd name="adj" fmla="val 164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desk_grey_close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82323"/>
            <a:ext cx="5318608" cy="36534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623560"/>
            <a:ext cx="4861408" cy="3657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Radni kutak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3008" y="1691640"/>
            <a:ext cx="5318608" cy="4434840"/>
          </a:xfrm>
          <a:prstGeom prst="roundRect">
            <a:avLst>
              <a:gd name="adj" fmla="val 164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tv_grey_close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2060031"/>
            <a:ext cx="5318608" cy="36980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1608" y="5623560"/>
            <a:ext cx="4861408" cy="3657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kutak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5D857-7097-1162-90CB-B877B98D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1B9F6D-09DE-402A-6A44-1DF28B999605}"/>
              </a:ext>
            </a:extLst>
          </p:cNvPr>
          <p:cNvSpPr/>
          <p:nvPr/>
        </p:nvSpPr>
        <p:spPr>
          <a:xfrm>
            <a:off x="10180015" y="-1188720"/>
            <a:ext cx="3291840" cy="3291840"/>
          </a:xfrm>
          <a:prstGeom prst="ellipse">
            <a:avLst/>
          </a:prstGeom>
          <a:solidFill>
            <a:srgbClr val="24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69630F-3402-E00A-D44A-235706FA70A6}"/>
              </a:ext>
            </a:extLst>
          </p:cNvPr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6C94C3-C217-CA76-4E79-01C2E9F9D9CB}"/>
              </a:ext>
            </a:extLst>
          </p:cNvPr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 IZRADE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C5BCA1-87BC-4374-2E2D-DB0B885823C5}"/>
              </a:ext>
            </a:extLst>
          </p:cNvPr>
          <p:cNvSpPr/>
          <p:nvPr/>
        </p:nvSpPr>
        <p:spPr>
          <a:xfrm>
            <a:off x="640080" y="1024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50" dirty="0" err="1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Teksturiranje</a:t>
            </a:r>
            <a:r>
              <a:rPr lang="en-US" sz="135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UV </a:t>
            </a:r>
            <a:r>
              <a:rPr lang="en-US" sz="1350" dirty="0" err="1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mapiranje</a:t>
            </a:r>
            <a:endParaRPr lang="en-US" sz="13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48AA52-7983-2B10-3D7E-213C004924A8}"/>
              </a:ext>
            </a:extLst>
          </p:cNvPr>
          <p:cNvSpPr/>
          <p:nvPr/>
        </p:nvSpPr>
        <p:spPr>
          <a:xfrm>
            <a:off x="1859200" y="1755648"/>
            <a:ext cx="8534095" cy="4645152"/>
          </a:xfrm>
          <a:prstGeom prst="roundRect">
            <a:avLst>
              <a:gd name="adj" fmla="val 164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32B831-05F8-E56C-C211-33A0B22AD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557" y="1973721"/>
            <a:ext cx="8172458" cy="421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9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1188720"/>
            <a:ext cx="3291840" cy="3291840"/>
          </a:xfrm>
          <a:prstGeom prst="ellipse">
            <a:avLst/>
          </a:prstGeom>
          <a:solidFill>
            <a:srgbClr val="24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 IZRADE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350" dirty="0" err="1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</a:t>
            </a:r>
            <a:r>
              <a:rPr lang="en-US" sz="135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UV </a:t>
            </a:r>
            <a:r>
              <a:rPr lang="en-US" sz="1350" dirty="0" err="1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</a:t>
            </a:r>
            <a:r>
              <a:rPr lang="en-US" sz="1350" dirty="0">
                <a:solidFill>
                  <a:srgbClr val="B8A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slaganje scene, postavljanje izvora svjetla i finalni render.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446520" cy="4434840"/>
          </a:xfrm>
          <a:prstGeom prst="roundRect">
            <a:avLst>
              <a:gd name="adj" fmla="val 164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room_full_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95982"/>
            <a:ext cx="6446520" cy="32261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623560"/>
            <a:ext cx="5989320" cy="3657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Postavljanje scene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60920" y="1691640"/>
            <a:ext cx="4190695" cy="4434840"/>
          </a:xfrm>
          <a:prstGeom prst="roundRect">
            <a:avLst>
              <a:gd name="adj" fmla="val 1746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tv_lit_close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390985"/>
            <a:ext cx="4190695" cy="3036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5623560"/>
            <a:ext cx="3733495" cy="3657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Osvjetljenje i render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280160"/>
            <a:ext cx="2926080" cy="2926080"/>
          </a:xfrm>
          <a:prstGeom prst="ellipse">
            <a:avLst/>
          </a:prstGeom>
          <a:solidFill>
            <a:srgbClr val="E4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5212080"/>
            <a:ext cx="2743200" cy="2743200"/>
          </a:xfrm>
          <a:prstGeom prst="ellipse">
            <a:avLst/>
          </a:prstGeom>
          <a:solidFill>
            <a:srgbClr val="F7E3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Priprema</a:t>
            </a: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tekstura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Niska rezolucija tekstura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× 256 px po teksturi, kako bi se postigao izgled ranih 3D konzolnih igara.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406908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0020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Dithering / šum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Ograničena paleta boja uz dithering </a:t>
            </a:r>
            <a:r>
              <a:rPr lang="en-US" sz="1400" dirty="0" err="1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</a:t>
            </a: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izgled</a:t>
            </a: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starih</a:t>
            </a: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tekstura</a:t>
            </a: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5257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Dithering level: </a:t>
            </a: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Paleta: </a:t>
            </a: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boja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331720" cy="4526280"/>
          </a:xfrm>
          <a:prstGeom prst="roundRect">
            <a:avLst>
              <a:gd name="adj" fmla="val 313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tex_bef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1554480"/>
            <a:ext cx="2331720" cy="4526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72200" y="5623560"/>
            <a:ext cx="2331720" cy="36576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78240" y="1554480"/>
            <a:ext cx="2331720" cy="4526280"/>
          </a:xfrm>
          <a:prstGeom prst="roundRect">
            <a:avLst>
              <a:gd name="adj" fmla="val 313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assets/tex_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78240" y="1554480"/>
            <a:ext cx="2331720" cy="45262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78240" y="5623560"/>
            <a:ext cx="2331720" cy="36576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POSLIJE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1188720"/>
            <a:ext cx="3291840" cy="3291840"/>
          </a:xfrm>
          <a:prstGeom prst="ellipse">
            <a:avLst/>
          </a:prstGeom>
          <a:solidFill>
            <a:srgbClr val="24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IZAZOVI I RJEŠENJA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Pozicioniranje</a:t>
            </a: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UV mapa bilo je teško u standardnom prikazu.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“UV editing from view” — uređivanje UV koordinata izravno iz kuta kamere.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Animacija </a:t>
            </a:r>
            <a:r>
              <a:rPr lang="en-US" sz="1150" dirty="0" err="1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titranja</a:t>
            </a: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(“vertex wobble”) tražila je ručno pomicanje točaka.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9718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za vertex snapping ubrzao je i olakšao izradu animacije.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Low-poly modelima nedostajali su sitni detalji.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4069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A2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4069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cut i knife tool za dodavanje detalja bez povećanja broja poligona.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Organsko savijanje objekata (zavjese, tepisi) bez ručnog modeliranja svakog vrha.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5166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5166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“Deform” za </a:t>
            </a:r>
            <a:r>
              <a:rPr lang="en-US" sz="1150" dirty="0" err="1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brzu</a:t>
            </a: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deformaciju</a:t>
            </a:r>
            <a:r>
              <a:rPr lang="en-US" sz="1150" dirty="0">
                <a:solidFill>
                  <a:srgbClr val="E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mreže.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289</Words>
  <Application>Microsoft Office PowerPoint</Application>
  <PresentationFormat>Widescreen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Ivo Janković</cp:lastModifiedBy>
  <cp:revision>5</cp:revision>
  <dcterms:created xsi:type="dcterms:W3CDTF">2026-09-09T21:00:08Z</dcterms:created>
  <dcterms:modified xsi:type="dcterms:W3CDTF">2026-09-13T22:56:11Z</dcterms:modified>
</cp:coreProperties>
</file>